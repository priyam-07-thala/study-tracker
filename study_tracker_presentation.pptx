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01168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D54F"/>
                </a:solidFill>
                <a:latin typeface="Calibri"/>
              </a:defRPr>
            </a:pPr>
            <a:r>
              <a:t>STUDY TRACKER FOR STUDENTS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Problem Statement, Database Schemas, Data Flows &amp; Adaptive Scheduling Logics</a:t>
            </a:r>
          </a:p>
          <a:p>
            <a:pPr>
              <a:spcBef>
                <a:spcPts val="4800"/>
              </a:spcBef>
              <a:defRPr sz="1400">
                <a:solidFill>
                  <a:srgbClr val="B4B4B4"/>
                </a:solidFill>
                <a:latin typeface="Calibri"/>
              </a:defRPr>
            </a:pPr>
            <a:r>
              <a:t>Designed for Self-Paced Video Courseware Organization &amp; Goal Tracking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48FB1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54F"/>
                </a:solidFill>
                <a:latin typeface="Calibri"/>
              </a:defRPr>
            </a:pPr>
            <a:r>
              <a:t>Problem Statement, Solution &amp; Student Benefits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F48FB1"/>
                </a:solidFill>
                <a:latin typeface="Calibri"/>
              </a:defRPr>
            </a:pPr>
            <a:r>
              <a:t>⚠️ The Student's Problem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Video Courseware Disorganization: YouTube playlists and tutorials are scattered. Students lose track of which video they watched next.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Scheduling Overhead: Students waste time calculating when they will finish a course. If they miss one day, their study spreadsheet breaks.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Progress Deception: Counting videos completed gives a false sense of progress because videos have wildly different durations.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Stress &amp; Guilt: Falling behind creates an accumulated backlog of past tasks that induces anxiety and causes students to abandon plans.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A5D6A7"/>
                </a:solidFill>
                <a:latin typeface="Calibri"/>
              </a:defRPr>
            </a:pPr>
            <a:r>
              <a:t>🚀 The Study Tracker Solution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Structured Playlist Ingestion: Consolidates all links, single videos, and playlists into one focused study workspace.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Automated Daily Scheduling: Converts massive course hours into realistic, bite-sized study blocks based on student availability.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Adaptive Re-planning: Dynamic schedule adjustments slide completed tasks to the past and reschedule remaining tasks starting today.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Double-Metric Estimation: Tracks progress based on both time duration watched and percentage of items completed.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48FB1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54F"/>
                </a:solidFill>
                <a:latin typeface="Calibri"/>
              </a:defRPr>
            </a:pPr>
            <a:r>
              <a:t>Core Database Relational Schema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81D4FA"/>
                </a:solidFill>
                <a:latin typeface="Calibri"/>
              </a:defRPr>
            </a:pPr>
            <a:r>
              <a:t>subjects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id [INT PK]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user_id [INT FK]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name [VARCHAR]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description [TEXT]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is_paused [BOOLEAN]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paused_at [DATETIME]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created_at [DATETIME]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81D4FA"/>
                </a:solidFill>
                <a:latin typeface="Calibri"/>
              </a:defRPr>
            </a:pPr>
            <a:r>
              <a:t>lectures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id [INT PK]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subject_id [INT FK]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title [VARCHAR]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video_id [VARCHAR]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lecture_order [INT]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duration [INT]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completed [BOOLEAN]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completed_at [DATETIME]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2468880" cy="21031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81D4FA"/>
                </a:solidFill>
                <a:latin typeface="Calibri"/>
              </a:defRPr>
            </a:pPr>
            <a:r>
              <a:t>study_plans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id [INT PK]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subject_id [INT FK]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hours_per_day [FLOAT]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start_date [DATE]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2468880" cy="21031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81D4FA"/>
                </a:solidFill>
                <a:latin typeface="Calibri"/>
              </a:defRPr>
            </a:pPr>
            <a:r>
              <a:t>study_plan_days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id [INT PK]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plan_id [INT FK]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day_number [INT]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lecture_ids [JSON]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total_duration [INT]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81D4FA"/>
                </a:solidFill>
                <a:latin typeface="Calibri"/>
              </a:defRPr>
            </a:pPr>
            <a:r>
              <a:t>lecture_bookmarks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id [INT PK]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lecture_id [INT FK]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timestamp [INT]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note [VARCHAR(500)]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created_at [DATETIME]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48FB1"/>
                </a:solidFill>
                <a:latin typeface="Calibri"/>
              </a:defRPr>
            </a:pPr>
            <a:r>
              <a:t>SYSTEM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54F"/>
                </a:solidFill>
                <a:latin typeface="Calibri"/>
              </a:defRPr>
            </a:pPr>
            <a:r>
              <a:t>Data Flow Diagram (DFD) &amp; Core Use Cases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FFD54F"/>
                </a:solidFill>
                <a:latin typeface="Calibri"/>
              </a:defRPr>
            </a:pPr>
            <a:r>
              <a:t>👥 Core Student Use Cases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1. Subject Setup &amp; Video Import: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 - Student pastes playlist or single video links.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2. Study Plan Generation: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 - Student sets daily target study hours or target days.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3. Progress Logging: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 - Student checks off completed lectures and views charts.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4. Dynamic Calibration: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 - Student pauses subject, resumes, or adjusts plan when behind.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81D4FA"/>
                </a:solidFill>
                <a:latin typeface="Calibri"/>
              </a:defRPr>
            </a:pPr>
            <a:r>
              <a:t>🔄 Data Flow Mechanics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Input Stage: Paste URL strings -&gt; Backend Tokenizer parses items.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Ingest Stage: Backend queries YouTube API for metadata (durations, titles) -&gt; Writes to LECTURES table.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Partition Stage: Greedy or DP Load Balancing -&gt; populates STUDY_PLAN_DAYS table.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Interactive Cycle: Checkbox toggled -&gt; updates LECTURES table -&gt; triggers database triggers to write PROGRESS_SNAPSHOTS -&gt; refreshes Recharts UI.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48FB1"/>
                </a:solidFill>
                <a:latin typeface="Calibri"/>
              </a:defRPr>
            </a:pPr>
            <a:r>
              <a:t>USER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54F"/>
                </a:solidFill>
                <a:latin typeface="Calibri"/>
              </a:defRPr>
            </a:pPr>
            <a:r>
              <a:t>Output Screens &amp; Interface Layouts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A5D6A7"/>
                </a:solidFill>
                <a:latin typeface="Calibri"/>
              </a:defRPr>
            </a:pPr>
            <a:r>
              <a:t>🖥️ Course Dashboard &amp; Study Planner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Dashboard Page: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- Grid cards for each subject displaying name, description, paused badge, and progress completion percentages.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Study Planner Tab: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- TODAY'S STUDY ASSIGNMENT: Card showing list of uncompleted lectures planned for the current day.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- Full Workbook Timeline: Sequential accordion showing what lectures are scheduled for Day 1, Day 2, etc.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- Plan deviation alert: Green (ahead), Orange (on track), or Pink (behind) banner with 'Adjust Schedule' button.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81D4FA"/>
                </a:solidFill>
                <a:latin typeface="Calibri"/>
              </a:defRPr>
            </a:pPr>
            <a:r>
              <a:t>📺 Video Workspace &amp; Progress Chart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Split-Screen Player Workspace: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- Embedded YouTube Player iframe loading the selected video with playback hooks.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- Interactive Bookmark Panel: List of notes pinned to specific timestamps. Pin button captures current player seconds.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Progress Chart Tab: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- Recharts Area Chart plotting historical completion percentages over calendar snapshot dates.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- Highlighted 'Est. Completion' tag projecting final date based on progress velocity trends.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48FB1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54F"/>
                </a:solidFill>
                <a:latin typeface="Calibri"/>
              </a:defRPr>
            </a:pPr>
            <a:r>
              <a:t>Proposed Future Enhancements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FFD54F"/>
                </a:solidFill>
                <a:latin typeface="Calibri"/>
              </a:defRPr>
            </a:pPr>
            <a:r>
              <a:t>⏰ Focused Learning &amp; Active Review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In-App Pomodoro Focus Timer: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- Integrate a customizable Pomodoro clock (25m study / 5m break) on the video workspace page.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- Automatically track and log the student's actual focus duration vs. expected video length.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Active Recall Quizzes &amp; Cards: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- Generate interactive flashcards from lecture metadata and student bookmark notes.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- Support Spaced Repetition Algorithms (like SuperMemo-2) to prompt student review schedules.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F48FB1"/>
                </a:solidFill>
                <a:latin typeface="Calibri"/>
              </a:defRPr>
            </a:pPr>
            <a:r>
              <a:t>🔌 Multi-Source &amp; Platform Growth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Multi-Source Courseware Importers: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- Extend import pipelines to handle Coursera, Udemy, local PDFs, textbooks, and slide decks.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Mobile App &amp; Push Notifications (PWA):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- Enable Progressive Web App support for study tracking on tablets and mobile phones.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- Set up push alerts reminding students of their daily study targets and rollover times.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Social Gamification Streaks: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- Reward study habits with streaks, experience points (XP), level-ups, and badges.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48FB1"/>
                </a:solidFill>
                <a:latin typeface="Calibri"/>
              </a:defRPr>
            </a:pPr>
            <a:r>
              <a:t>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54F"/>
                </a:solidFill>
                <a:latin typeface="Calibri"/>
              </a:defRPr>
            </a:pPr>
            <a:r>
              <a:t>Technical Execution &amp; Internal Workings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81D4FA"/>
                </a:solidFill>
                <a:latin typeface="Calibri"/>
              </a:defRPr>
            </a:pPr>
            <a:r>
              <a:t>⚙️ Importer &amp; Duration Processing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Batch API Ingestion: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- YouTube API v3 chunking: IDs are requested in groups of 50 via the /videos endpoint. This reduces HTTP request overhead and saves API quota.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ISO-8601 Duration Parser: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- Regex-based duration translation parses ISO strings directly into total seconds: `h * 3600 + m * 60 + s`.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Timezone-Agnostic Rollover Boundary: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- Normalizes today's local date and plan start date to 12:00 AM local midnight. This ensures day counts increment exactly at midnight, independent of study hours or UTC offsets.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F48FB1"/>
                </a:solidFill>
                <a:latin typeface="Calibri"/>
              </a:defRPr>
            </a:pPr>
            <a:r>
              <a:t>📊 Study Planner Calculations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Hours-per-day Greedy Allocation: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- Packs lectures sequentially into days. Checks: `current_duration + lecture.duration &lt;= max_seconds_per_day`.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Days-count Average Partitioning: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- Calculates target average load: `total_duration / target_days`.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- Finds optimal partition indices where cumulative sums are closest to multiples of the daily target average.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Date estimation velocity formula: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- planner_velocity = completed_duration / days_passed.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- remaining_days = remaining_duration / planner_velocity.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48FB1"/>
                </a:solidFill>
                <a:latin typeface="Calibri"/>
              </a:defRPr>
            </a:pPr>
            <a:r>
              <a:t>STUDENT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54F"/>
                </a:solidFill>
                <a:latin typeface="Calibri"/>
              </a:defRPr>
            </a:pPr>
            <a:r>
              <a:t>Student User Flow Diagram &amp; Lifecycle States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91840" cy="16459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81D4FA"/>
                </a:solidFill>
                <a:latin typeface="Calibri"/>
              </a:defRPr>
            </a:pPr>
            <a:r>
              <a:t>1. Create Subject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Register &amp; create a course card on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828800"/>
            <a:ext cx="3291840" cy="16459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81D4FA"/>
                </a:solidFill>
                <a:latin typeface="Calibri"/>
              </a:defRPr>
            </a:pPr>
            <a:r>
              <a:t>2. Batch Import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Paste playlist/video links to populate lectures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828800"/>
            <a:ext cx="3291840" cy="16459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81D4FA"/>
                </a:solidFill>
                <a:latin typeface="Calibri"/>
              </a:defRPr>
            </a:pPr>
            <a:r>
              <a:t>3. Generate Plan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Set hours/day or total days to build schedule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3291840" cy="16459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F48FB1"/>
                </a:solidFill>
                <a:latin typeface="Calibri"/>
              </a:defRPr>
            </a:pPr>
            <a:r>
              <a:t>4. Play &amp; Bookmark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Watch video, capture timestamped notes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840480"/>
            <a:ext cx="3291840" cy="16459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F48FB1"/>
                </a:solidFill>
                <a:latin typeface="Calibri"/>
              </a:defRPr>
            </a:pPr>
            <a:r>
              <a:t>5. Check Off Tasks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Log completion, auto-update progress chart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840480"/>
            <a:ext cx="3291840" cy="16459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F48FB1"/>
                </a:solidFill>
                <a:latin typeface="Calibri"/>
              </a:defRPr>
            </a:pPr>
            <a:r>
              <a:t>6. Calibration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Pause subject, resume, or adjust schedule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1243</Words>
  <Application>Microsoft Office PowerPoint</Application>
  <PresentationFormat>Widescreen</PresentationFormat>
  <Paragraphs>132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Priyam Mondal</cp:lastModifiedBy>
  <cp:revision>1</cp:revision>
  <dcterms:created xsi:type="dcterms:W3CDTF">2013-01-27T09:14:16Z</dcterms:created>
  <dcterms:modified xsi:type="dcterms:W3CDTF">2026-07-16T20:00:29Z</dcterms:modified>
  <cp:category/>
</cp:coreProperties>
</file>